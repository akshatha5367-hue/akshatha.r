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74066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92B48"/>
                </a:solidFill>
                <a:latin typeface="Aptos"/>
              </a:defRPr>
            </a:pPr>
            <a:r>
              <a:t>HOSTEL ISSUE REPORTING APP</a:t>
            </a:r>
          </a:p>
          <a:p>
            <a:pPr>
              <a:defRPr sz="1800">
                <a:solidFill>
                  <a:srgbClr val="2A6EB4"/>
                </a:solidFill>
                <a:latin typeface="Aptos"/>
              </a:defRPr>
            </a:pPr>
            <a:r>
              <a:t>A UX / App-Thinking Practicum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72694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359152"/>
            <a:ext cx="6720840" cy="341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digital solution for hostel complaints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students living in college hostels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common maintenance and facility problems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report an issue with clear details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photo upload for better understanding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students check the complaint status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  <a:defRPr sz="16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Practicum – Design Thinking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051560"/>
            <a:ext cx="2331720" cy="4983480"/>
          </a:xfrm>
          <a:prstGeom prst="roundRect">
            <a:avLst/>
          </a:prstGeom>
          <a:solidFill>
            <a:srgbClr val="192B48"/>
          </a:solidFill>
          <a:ln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42832" y="1481328"/>
            <a:ext cx="1911095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42832" y="1481328"/>
            <a:ext cx="1911095" cy="45720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0" y="2240280"/>
            <a:ext cx="150876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253728" y="2350008"/>
            <a:ext cx="201168" cy="201168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8048" y="231343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323D"/>
                </a:solidFill>
                <a:latin typeface="Aptos"/>
              </a:defRPr>
            </a:pPr>
            <a: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880360"/>
            <a:ext cx="150876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53728" y="2990088"/>
            <a:ext cx="201168" cy="201168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8048" y="295351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323D"/>
                </a:solidFill>
                <a:latin typeface="Aptos"/>
              </a:defRPr>
            </a:pPr>
            <a:r>
              <a:t>Electricity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520440"/>
            <a:ext cx="150876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53728" y="3630168"/>
            <a:ext cx="201168" cy="20116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28048" y="35935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323D"/>
                </a:solidFill>
                <a:latin typeface="Aptos"/>
              </a:defRPr>
            </a:pPr>
            <a:r>
              <a:t>Cleanliness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60520"/>
            <a:ext cx="150876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53728" y="4270248"/>
            <a:ext cx="201168" cy="201168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28048" y="423367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323D"/>
                </a:solidFill>
                <a:latin typeface="Aptos"/>
              </a:defRPr>
            </a:pPr>
            <a:r>
              <a:t>Furniture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4800600"/>
            <a:ext cx="1234440" cy="438912"/>
          </a:xfrm>
          <a:prstGeom prst="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AIM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3564" y="1957603"/>
            <a:ext cx="7269480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hostel complaint reporting simple and quick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students one place to report different issues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inform the concerned hostel staff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a photo to be attached with a complaint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clear complaint progress to the student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repeated visits or verbal follow-ups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students and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32714"/>
            <a:ext cx="7269480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maintenance problems in hostel rooms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fans and lights can disturb daily activities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and plumbing problems may take time to solve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Cleanliness issues affect comfort and hygiene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Damaged furniture needs timely attention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problems can affect study and communication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not know whom to contact or how to follow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COMMON HOSTEL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071116"/>
            <a:ext cx="6656832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Broken chairs, desks, beds, or cupboards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Fans or lights not working properly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Water supply, leakage, or plumbing problems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Dirty rooms, bathrooms, or common areas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Slow or unavailable hostel Wi-Fi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or hygiene complaints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Other room maintenance and safety concerns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3564" y="1993392"/>
            <a:ext cx="7269480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report issues verbally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may be told to a warden or staff member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complaints may be written in a register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not receive a complaint number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may be no clear status tracking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often depends on repeated communication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complaints can be delayed or forgotten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51304"/>
            <a:ext cx="7269480" cy="3546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mobile app for hostel issue reporting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clear Report an Issue option on the home page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students choose an appropriate issue category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room number and problem description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upload a supporting photo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complaint number after submission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Pending, In Progress, and Resolved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93392"/>
            <a:ext cx="7269480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the main users of the application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residents can report problems from their phones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representatives can help communicate common issues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members may be informed when required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staff receive assigned complaints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wardens can review and update complaints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administration can monitor overall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DESIGN THINKING – EMPATHIZE &amp; 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025249"/>
            <a:ext cx="6656832" cy="3948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everyday problems faced by hostel students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how students currently report complaints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difficulties in contacting the right person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need for quick and clear reporting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need for photo-based issue evidence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the need for complaint status tracking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 as: students need an easy way to report and follow hostel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IDEATION – POSSIBLE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97864" y="2108675"/>
            <a:ext cx="7269480" cy="3546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Issue Reporting App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complaint form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QR-code based complaint system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complaint box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WhatsApp-based reporting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mobile app keeps reporting and tracking in one place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solution focuses on simple student-friendly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UI DESIGN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726948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Use a clean and uncluttered home screen</a:t>
            </a:r>
          </a:p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Keep the Report an Issue button easy to find</a:t>
            </a:r>
          </a:p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Use simple icons for issue categories</a:t>
            </a:r>
          </a:p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Use readable fonts and consistent spacing</a:t>
            </a:r>
          </a:p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Use clear labels instead of confusing technical terms</a:t>
            </a:r>
          </a:p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Use status colours and text to show progress clearly</a:t>
            </a:r>
          </a:p>
          <a:p>
            <a:pPr>
              <a:spcAft>
                <a:spcPts val="1100"/>
              </a:spcAft>
              <a:defRPr sz="1700">
                <a:solidFill>
                  <a:srgbClr val="2B323D"/>
                </a:solidFill>
                <a:latin typeface="Aptos"/>
              </a:defRPr>
            </a:pPr>
            <a:r>
              <a:t>Keep the overall interface familiar and easy for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CORE 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040539"/>
            <a:ext cx="7269480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– college email or student ID and password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– Report Issue, My Reports, and Track Status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an Issue – category, room number, details, and photo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Reports – list of submitted complaints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Status – Pending, In Progress, or Resolved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– confirmation message and complaint number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– student information and basic account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7269480" cy="3555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Hostel Issue Reporting App</a:t>
            </a:r>
          </a:p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 using student details</a:t>
            </a:r>
          </a:p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Home screen</a:t>
            </a:r>
          </a:p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Report an Issue</a:t>
            </a:r>
          </a:p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category, room details, description, and photo</a:t>
            </a:r>
          </a:p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the complaint and receive a complaint number</a:t>
            </a:r>
          </a:p>
          <a:p>
            <a:pPr marL="342900" indent="-34290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the status until the issue is 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rPr dirty="0"/>
              <a:t>TESTING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6044381" cy="28084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students can find the report button quickly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whether the complaint form is easy to understand</a:t>
            </a:r>
          </a:p>
          <a:p>
            <a:pPr marL="285750" indent="-285750"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photo upload works as expected</a:t>
            </a:r>
          </a:p>
          <a:p>
            <a:pPr marL="285750" indent="-285750"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that room and location details are included</a:t>
            </a:r>
          </a:p>
          <a:p>
            <a:pPr marL="285750" indent="-285750"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complaint statuses easy to understand</a:t>
            </a:r>
          </a:p>
          <a:p>
            <a:pPr marL="285750" indent="-285750"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unnecessary fields from the report form</a:t>
            </a:r>
          </a:p>
          <a:p>
            <a:pPr marL="285750" indent="-285750"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 complaint number after successful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8"/>
                </a:solidFill>
                <a:latin typeface="Aptos"/>
              </a:defRPr>
            </a:pPr>
            <a:r>
              <a:t>RESULT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F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7818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93392"/>
            <a:ext cx="7269480" cy="3546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gives students a simple reporting method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issues can be recorded in an organized way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 can help maintenance staff understand problems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numbers make follow-up easier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gives students better visibility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improves communication with hostel management</a:t>
            </a:r>
          </a:p>
          <a:p>
            <a:pPr marL="285750" indent="-285750" algn="just">
              <a:lnSpc>
                <a:spcPct val="150000"/>
              </a:lnSpc>
              <a:spcAft>
                <a:spcPts val="1100"/>
              </a:spcAft>
              <a:buFont typeface="Wingdings" panose="05000000000000000000" pitchFamily="2" charset="2"/>
              <a:buChar char="q"/>
              <a:defRPr sz="1700">
                <a:solidFill>
                  <a:srgbClr val="2B323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complete UI/UX design-thinking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61872"/>
            <a:ext cx="2834640" cy="4983480"/>
          </a:xfrm>
          <a:prstGeom prst="roundRect">
            <a:avLst/>
          </a:prstGeom>
          <a:solidFill>
            <a:srgbClr val="E2EFFA"/>
          </a:solidFill>
          <a:ln>
            <a:solidFill>
              <a:srgbClr val="E2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8592" y="1627632"/>
            <a:ext cx="169164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993392"/>
            <a:ext cx="1399032" cy="2395728"/>
          </a:xfrm>
          <a:prstGeom prst="roundRect">
            <a:avLst/>
          </a:prstGeom>
          <a:solidFill>
            <a:srgbClr val="F8FA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4896" y="1993392"/>
            <a:ext cx="1399032" cy="310896"/>
          </a:xfrm>
          <a:prstGeom prst="rect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9488" y="254203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633472"/>
            <a:ext cx="146304" cy="146304"/>
          </a:xfrm>
          <a:prstGeom prst="ellipse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9488" y="313639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10928" y="3227832"/>
            <a:ext cx="146304" cy="146304"/>
          </a:xfrm>
          <a:prstGeom prst="ellipse">
            <a:avLst/>
          </a:prstGeom>
          <a:solidFill>
            <a:srgbClr val="EB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19488" y="3730752"/>
            <a:ext cx="107899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10928" y="3822191"/>
            <a:ext cx="146304" cy="146304"/>
          </a:xfrm>
          <a:prstGeom prst="ellipse">
            <a:avLst/>
          </a:prstGeom>
          <a:solidFill>
            <a:srgbClr val="45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0749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B48"/>
                </a:solidFill>
                <a:latin typeface="Aptos"/>
              </a:defRPr>
            </a:pPr>
            <a:r>
              <a:t>Simple • Clear • 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F7E"/>
                </a:solidFill>
                <a:latin typeface="Aptos"/>
              </a:defRPr>
            </a:pPr>
            <a:r>
              <a:t>Hostel Issue Reporting App  |  UI/UX Practicum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972</Words>
  <Application>Microsoft Office PowerPoint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Issue Reporting App</dc:title>
  <dc:subject>UI/UX Practicum Presentation</dc:subject>
  <dc:creator>Student</dc:creator>
  <cp:keywords>Hostel, Issue Reporting, UI UX, Practicum, Design Thinking</cp:keywords>
  <dc:description>generated using python-pptx</dc:description>
  <cp:lastModifiedBy>akshatha .R</cp:lastModifiedBy>
  <cp:revision>5</cp:revision>
  <dcterms:created xsi:type="dcterms:W3CDTF">2013-01-27T09:14:16Z</dcterms:created>
  <dcterms:modified xsi:type="dcterms:W3CDTF">2026-08-16T14:31:41Z</dcterms:modified>
  <cp:category/>
</cp:coreProperties>
</file>