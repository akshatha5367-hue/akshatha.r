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t>Empathy Map – Food Delivery App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UI/UX Practicum | Understanding the user before designing the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577840" cy="4480560"/>
          </a:xfrm>
          <a:prstGeom prst="roundRect">
            <a:avLst/>
          </a:prstGeom>
          <a:solidFill>
            <a:srgbClr val="F8F5F2"/>
          </a:solidFill>
          <a:ln>
            <a:solidFill>
              <a:srgbClr val="E1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983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• Target user: college student / busy young user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• Orders food when busy, tired, or unable to cook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• Wants quick search, simple ordering, and affordable meals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• Checks ratings, reviews, price, and delivery time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• Needs confidence that the order will arrive correctly</a:t>
            </a:r>
          </a:p>
          <a:p>
            <a:pPr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• Main UX goal: make ordering fast, clear, and stress-free</a:t>
            </a:r>
          </a:p>
        </p:txBody>
      </p:sp>
      <p:pic>
        <p:nvPicPr>
          <p:cNvPr id="6" name="Picture 5" descr="food_ui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25880"/>
            <a:ext cx="507492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9400" y="54406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96969"/>
                </a:solidFill>
              </a:defRPr>
            </a:pPr>
            <a:r>
              <a:t>Example food-delivery mobile UI screens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t>Empathy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What the user says, thinks, does, and feels</a:t>
            </a:r>
          </a:p>
        </p:txBody>
      </p:sp>
      <p:sp>
        <p:nvSpPr>
          <p:cNvPr id="4" name="Oval 3"/>
          <p:cNvSpPr/>
          <p:nvPr/>
        </p:nvSpPr>
        <p:spPr>
          <a:xfrm>
            <a:off x="5074920" y="2331720"/>
            <a:ext cx="2011680" cy="1143000"/>
          </a:xfrm>
          <a:prstGeom prst="ellipse">
            <a:avLst/>
          </a:prstGeom>
          <a:solidFill>
            <a:srgbClr val="EF6C36"/>
          </a:solidFill>
          <a:ln>
            <a:solidFill>
              <a:srgbClr val="EF6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FOOD</a:t>
            </a:r>
            <a:br/>
            <a:r>
              <a:t>DELIVERY</a:t>
            </a:r>
            <a:br/>
            <a: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749039" cy="1965960"/>
          </a:xfrm>
          <a:prstGeom prst="roundRect">
            <a:avLst/>
          </a:prstGeom>
          <a:solidFill>
            <a:srgbClr val="F8F5F2"/>
          </a:solidFill>
          <a:ln>
            <a:solidFill>
              <a:srgbClr val="E1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6C36"/>
                </a:solidFill>
              </a:defRPr>
            </a:pPr>
            <a:r>
              <a:t>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47672"/>
            <a:ext cx="33832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“I want my food quickly.”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“Show the total price clearly.”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“I want good offers.”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417320"/>
            <a:ext cx="3749039" cy="1965960"/>
          </a:xfrm>
          <a:prstGeom prst="roundRect">
            <a:avLst/>
          </a:prstGeom>
          <a:solidFill>
            <a:srgbClr val="F8F5F2"/>
          </a:solidFill>
          <a:ln>
            <a:solidFill>
              <a:srgbClr val="E1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155448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6C36"/>
                </a:solidFill>
              </a:defRPr>
            </a:pPr>
            <a:r>
              <a:t>THINKS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1947672"/>
            <a:ext cx="33832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Is this restaurant reliable?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Will my order arrive on time?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Are there hidden charges?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94760"/>
            <a:ext cx="3749039" cy="1965960"/>
          </a:xfrm>
          <a:prstGeom prst="roundRect">
            <a:avLst/>
          </a:prstGeom>
          <a:solidFill>
            <a:srgbClr val="F8F5F2"/>
          </a:solidFill>
          <a:ln>
            <a:solidFill>
              <a:srgbClr val="E1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6C36"/>
                </a:solidFill>
              </a:defRPr>
            </a:pPr>
            <a:r>
              <a:t>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25112"/>
            <a:ext cx="33832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Searches and compares restaurants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Reads ratings and reviews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Tracks the order after payment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749039" cy="1965960"/>
          </a:xfrm>
          <a:prstGeom prst="roundRect">
            <a:avLst/>
          </a:prstGeom>
          <a:solidFill>
            <a:srgbClr val="F8F5F2"/>
          </a:solidFill>
          <a:ln>
            <a:solidFill>
              <a:srgbClr val="E1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393192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6C36"/>
                </a:solidFill>
              </a:defRPr>
            </a:pPr>
            <a:r>
              <a:t>FEELS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325112"/>
            <a:ext cx="33832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Happy with discounts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Worried when tracking is unclear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Frustrated by delays or errors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82828"/>
                </a:solidFill>
              </a:defRPr>
            </a:pPr>
            <a:r>
              <a:t>User Needs, Frustrations &amp;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6969"/>
                </a:solidFill>
              </a:defRPr>
            </a:pPr>
            <a:r>
              <a:t>UX insights converted into design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520440" cy="4526280"/>
          </a:xfrm>
          <a:prstGeom prst="roundRect">
            <a:avLst/>
          </a:prstGeom>
          <a:solidFill>
            <a:srgbClr val="F8F5F2"/>
          </a:solidFill>
          <a:ln>
            <a:solidFill>
              <a:srgbClr val="E1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6C36"/>
                </a:solidFill>
              </a:defRPr>
            </a:pPr>
            <a:r>
              <a:t>USER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063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Simple home screen and search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Clear food photos and descriptions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Ratings, reviews, price and ETA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Transparent checkout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Easy live order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520440" cy="4526280"/>
          </a:xfrm>
          <a:prstGeom prst="roundRect">
            <a:avLst/>
          </a:prstGeom>
          <a:solidFill>
            <a:srgbClr val="F8F5F2"/>
          </a:solidFill>
          <a:ln>
            <a:solidFill>
              <a:srgbClr val="E1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6C36"/>
                </a:solidFill>
              </a:defRPr>
            </a:pPr>
            <a:r>
              <a:t>FRUSTRATIONS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3063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Too many steps to order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Slow or confusing screens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Hidden charges at checkout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Incorrect delivery time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Payment or support problems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520440" cy="4526280"/>
          </a:xfrm>
          <a:prstGeom prst="roundRect">
            <a:avLst/>
          </a:prstGeom>
          <a:solidFill>
            <a:srgbClr val="F8F5F2"/>
          </a:solidFill>
          <a:ln>
            <a:solidFill>
              <a:srgbClr val="E1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9164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6C36"/>
                </a:solidFill>
              </a:defRPr>
            </a:pPr>
            <a:r>
              <a:t>EXPECTATIONS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40280"/>
            <a:ext cx="3063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Fast and smooth performance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Useful offers and recommendations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Secure payment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Accurate delivery updates</a:t>
            </a:r>
          </a:p>
          <a:p>
            <a:pPr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• Quick help when something goes wrong</a:t>
            </a:r>
          </a:p>
        </p:txBody>
      </p:sp>
      <p:pic>
        <p:nvPicPr>
          <p:cNvPr id="13" name="Picture 12" descr="food_ui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892040"/>
            <a:ext cx="2514600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1722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UI reference image: Dribbble food-delivery UI concept (used as visual reference).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